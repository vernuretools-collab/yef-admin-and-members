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</a:rPr>
              <a:t>YEF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How to log in and use
Referrals, Thank You, and One-to-Ones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DCE1F5"/>
                </a:solidFill>
                <a:latin typeface="Calibri"/>
              </a:rPr>
              <a:t>A short member guide. Follow the steps in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A227"/>
                </a:solidFill>
                <a:latin typeface="Calibri"/>
              </a:rPr>
              <a:t>Invitation-only  ·  Member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to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Access is by invitation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Your chapter admin sends you login credentials. There is no self-signup.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Open the YEF login page (the /login screen).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Enter your email address and password.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Click Sign in.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Members go straight to the member dashboard.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If you have not received credentials, contact your chapter admin.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After you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Use the left sidebar to move around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 /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566160" cy="4480560"/>
          </a:xfrm>
          <a:prstGeom prst="round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04088" y="1563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B2E6B"/>
                </a:solidFill>
                <a:latin typeface="Calibri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5C607A"/>
                </a:solidFill>
                <a:latin typeface="Calibri"/>
              </a:rPr>
              <a:t>Home for My Activity. This is where you log referrals, thank-</a:t>
            </a:r>
            <a:r>
              <a:rPr sz="1600" b="0" dirty="0" err="1">
                <a:solidFill>
                  <a:srgbClr val="5C607A"/>
                </a:solidFill>
                <a:latin typeface="Calibri"/>
              </a:rPr>
              <a:t>yous</a:t>
            </a:r>
            <a:r>
              <a:rPr sz="1600" b="0" dirty="0">
                <a:solidFill>
                  <a:srgbClr val="5C607A"/>
                </a:solidFill>
                <a:latin typeface="Calibri"/>
              </a:rPr>
              <a:t> (TYFCBs), and one-to-ones.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566160" cy="4480560"/>
          </a:xfrm>
          <a:prstGeom prst="round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563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E6B"/>
                </a:solidFill>
                <a:latin typeface="Calibri"/>
              </a:rPr>
              <a:t>My Referrals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07A"/>
                </a:solidFill>
                <a:latin typeface="Calibri"/>
              </a:rPr>
              <a:t>See slips you gave or received. Convert a received referral and add a thank-you amount. There is no Log Referral button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66160" cy="4480560"/>
          </a:xfrm>
          <a:prstGeom prst="round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E6B"/>
                </a:solidFill>
                <a:latin typeface="Calibri"/>
              </a:rPr>
              <a:t>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07A"/>
                </a:solidFill>
                <a:latin typeface="Calibri"/>
              </a:rPr>
              <a:t>Named list of your referrals, thank-yous, and one-to-ones so you can look back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Give a referral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Always start from the dashboard — not My Referrals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On Dashboard, open My Activity and tap the Referrals card.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To — search and select the chapter member you are referring to.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Referral type — Inside or Outside.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Optional status — Told them you would call, Given your card.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Referral name (required), telephone, email, address, comments.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Heat bar — how warm the lead is.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Confirm. The slip is saved as Open for the receiver.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receiver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The same slip, on their My Referrals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The member you selected opens My Referrals.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The slip appears on Received with status Open.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It also stays on your Given tab — including after they convert it.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Both of you are looking at the same referral, not two separate copies.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Convert and log a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Only the receiver marks the referral converted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On My Referrals, open the Received tab.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On an Open slip, click Mark as converted.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A thank-you popup opens. Enter amount in rupees (₹).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Choose business type: New or Repeat.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Choose referral type: Inside, Outside, or Tier3+.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Add comments if you want, then save.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The slip shows as Converted. It still appears on Received.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Thank you from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TYFCBs on My Activity is the same thank-you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On Dashboard, open My Activity and tap TYFCBs.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Thank you to — the member you are thanking.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Amount (₹).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Business type — New or Repeat.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Referral type — Inside, Outside, or Tier3+.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Comments, then Confirm.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Use this for a thank-you that is not tied to converting a specific slip, or in addition to convert.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Log a one-to-one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My Activity → One-to-Ones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On Dashboard, open My Activity and tap One-to-Ones.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With — search and select the member you met.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Initiated by — Me, Them, or Mutual.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Where did you meet? — café, office, online, and so 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Date of the meeting.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Topics of conversation.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Confirm. You need a member in With before you can save.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My Referrals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Given, Received, and Converted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 /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3703320" cy="4572000"/>
          </a:xfrm>
          <a:prstGeom prst="round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5636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E6B"/>
                </a:solidFill>
                <a:latin typeface="Calibri"/>
              </a:rPr>
              <a:t>Given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2024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07A"/>
                </a:solidFill>
                <a:latin typeface="Calibri"/>
              </a:rPr>
              <a:t>Every referral you sent, including ones the other member has already converted.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703320" cy="4572000"/>
          </a:xfrm>
          <a:prstGeom prst="round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15636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E6B"/>
                </a:solidFill>
                <a:latin typeface="Calibri"/>
              </a:rPr>
              <a:t>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2024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07A"/>
                </a:solidFill>
                <a:latin typeface="Calibri"/>
              </a:rPr>
              <a:t>Every referral sent to you, including converted ones. Convert from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657600" cy="4572000"/>
          </a:xfrm>
          <a:prstGeom prst="roundRect">
            <a:avLst/>
          </a:prstGeom>
          <a:solidFill>
            <a:srgbClr val="EE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E6B"/>
                </a:solidFill>
                <a:latin typeface="Calibri"/>
              </a:rPr>
              <a:t>Converted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07A"/>
                </a:solidFill>
                <a:latin typeface="Calibri"/>
              </a:rPr>
              <a:t>Referrals you received and marked converted. These also stay on Received.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A named list of your slips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Open History from the member sidebar.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You will see named records for referrals, thank-yous, and one-to-ones.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Use it to check who you referred, who you thanked, and who you met.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D2E"/>
                </a:solidFill>
                <a:latin typeface="Calibri"/>
              </a:rPr>
              <a:t>•  Older PALMS counts from before named tracking may appear as “Before tracking”.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Need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1F5"/>
                </a:solidFill>
                <a:latin typeface="Calibri"/>
              </a:rPr>
              <a:t>Recap of the three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YEF Network  ·  Member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Login problems — contact your chapter admin. Access is invitation only.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Give a referral — Dashboard → My Activity → Referrals.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Thank you — convert on My Referrals, or Dashboard → My Activity → TYFCBs.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D2E"/>
                </a:solidFill>
                <a:latin typeface="Calibri"/>
              </a:rPr>
              <a:t>•  One-to-one — Dashboard → My Activity → One-to-Ones.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40480"/>
            <a:ext cx="11155680" cy="2286000"/>
          </a:xfrm>
          <a:prstGeom prst="roundRect">
            <a:avLst/>
          </a:prstGeom>
          <a:solidFill>
            <a:srgbClr val="DC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B2E6B"/>
                </a:solidFill>
                <a:latin typeface="Calibri"/>
              </a:rPr>
              <a:t>Remember: log new referrals from the dashboard. My Referrals is for tracking and converting. Thank-you rupees credit only the member who received the business.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03E1CC9C-A3F9-4C1E-A66A-200B9BDAC86B}"/>
              </a:ext>
            </a:extLst>
          </p:cNvPr>
          <p:cNvSpPr/>
          <p:nvPr/>
        </p:nvSpPr>
        <p:spPr>
          <a:xfrm>
            <a:off x="487680" y="3520440"/>
            <a:ext cx="11155680" cy="2286000"/>
          </a:xfrm>
          <a:prstGeom prst="roundRect">
            <a:avLst/>
          </a:prstGeom>
          <a:solidFill>
            <a:srgbClr val="DC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B40C38-56D0-49A8-8B2A-50D5CFC98E2B}"/>
              </a:ext>
            </a:extLst>
          </p:cNvPr>
          <p:cNvSpPr txBox="1"/>
          <p:nvPr/>
        </p:nvSpPr>
        <p:spPr>
          <a:xfrm>
            <a:off x="762000" y="37490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E6B"/>
                </a:solidFill>
                <a:latin typeface="Calibri"/>
              </a:rPr>
              <a:t>Remember: log new referrals from the dashboard. My Referrals is for tracking and converting. Thank-you rupees credit only the member who received the business.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910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Vedhika Chelli</cp:lastModifiedBy>
  <cp:revision>3</cp:revision>
  <dcterms:created xsi:type="dcterms:W3CDTF">2013-01-27T09:14:16Z</dcterms:created>
  <dcterms:modified xsi:type="dcterms:W3CDTF">2026-09-15T11:47:31Z</dcterms:modified>
  <cp:category/>
</cp:coreProperties>
</file>